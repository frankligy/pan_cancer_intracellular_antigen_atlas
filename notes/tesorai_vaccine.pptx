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02"/>
  </p:normalViewPr>
  <p:slideViewPr>
    <p:cSldViewPr snapToGrid="0">
      <p:cViewPr varScale="1">
        <p:scale>
          <a:sx n="113" d="100"/>
          <a:sy n="113" d="100"/>
        </p:scale>
        <p:origin x="7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B2C28-F362-BE4D-B191-770C22CA6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3747F-22C9-7DC7-57AF-511B6FB04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59DE3-AC9B-F78D-DD1C-71B1F799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0A76-F33E-AA46-B544-9E34A0080FD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CE4C4-FC49-CD02-8287-861D65F9D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B1D85-8F7E-CCEB-5417-7725CA25C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7C761-753B-AE40-ABA5-7F1025FC8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316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F44DE-442E-DA15-105F-F09B2BF09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75E13-5D76-27B5-06DF-70B723B99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07210-FD4C-8954-55BC-B8470B852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0A76-F33E-AA46-B544-9E34A0080FD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D621C-3289-0F96-39AC-6FA992886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2E35D-2243-FFBB-793F-1B252B13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7C761-753B-AE40-ABA5-7F1025FC8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1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47667-EBC1-1F03-2962-79223308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E3AA-1429-2015-721E-D628DF693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48F4E-93F5-F7AB-1750-4A588A42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0A76-F33E-AA46-B544-9E34A0080FD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8B6474-323C-A52D-8FE0-AEB5A6C72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020D4-FD96-B1D5-5925-C368C6D35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7C761-753B-AE40-ABA5-7F1025FC8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68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DFAA0-93BE-E368-77DE-B6381B272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622AD-C878-7492-507F-53F2DB353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80B0E-8388-DA2A-5797-8E37CEED0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571CE-26D2-5760-7F8B-6AF80C2C4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0A76-F33E-AA46-B544-9E34A0080FD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5F7D0-2B42-766C-3D03-5A07BEF5D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55C89-D1C2-88C1-0F46-1BDA56FC6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7C761-753B-AE40-ABA5-7F1025FC8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3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E7E67-683D-459C-0B2E-A71AB815B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98D194-45E1-2C91-015A-5178A4F03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56CFD-5046-C363-0990-399B1CDE5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CF54D8-A75B-601E-AD4D-5E555A8A8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EEC06E-F42E-A3FC-9DC5-F4590F5C3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E3697E-637C-8898-98B9-E7FE119F6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0A76-F33E-AA46-B544-9E34A0080FD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12E362-F2BD-0678-99A6-5C43080C6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B68A51-8493-2ACB-EB6A-40C4135CF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7C761-753B-AE40-ABA5-7F1025FC8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1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C2F60-3C68-1D67-368C-2F02FC947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314C7E-FFEF-365B-BF85-68C2F70FB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0A76-F33E-AA46-B544-9E34A0080FD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4D7CC-D6D1-4642-18E9-87B8DB682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CC9E2-C20E-52D2-5D5E-97EF9410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7C761-753B-AE40-ABA5-7F1025FC8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71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477F57-E7F8-7AAF-3D93-06E49EBB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0A76-F33E-AA46-B544-9E34A0080FD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8EA7E7-6AC7-746B-9C79-A9964BE10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232820-3D64-373A-BC13-C2029709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7C761-753B-AE40-ABA5-7F1025FC8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2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3C51-625B-5A31-95CB-19FB69467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F1390-B306-D4C5-9EFF-89677E22A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83171-9B19-6C2E-BA91-369962850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EC3C6F-D343-12C7-563F-7EC55E2B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0A76-F33E-AA46-B544-9E34A0080FD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8A600-3E1D-FBA8-5E16-F42B426B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E5D0D-CFCE-2B61-FEA3-A5D60946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7C761-753B-AE40-ABA5-7F1025FC8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62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8B16D-A6DF-CA9B-F1BD-711BDF410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CF3AA-4AA8-600A-17DB-FB2FE386C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93AC9F-F7FC-AD93-F26F-679FA6ABE0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F7EF1-AF42-6F21-6FDF-BBBCE7123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0A76-F33E-AA46-B544-9E34A0080FD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D8D2F-958A-6575-78F0-9392B7BC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487BA-14A0-CBE3-1172-8BD10D21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7C761-753B-AE40-ABA5-7F1025FC8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42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C74D6-60AC-F4CC-F676-848F4377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2666D7-268B-488C-36EE-384DDA5CD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DD565-B582-79E8-9429-1B13A2EAC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0A76-F33E-AA46-B544-9E34A0080FD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A3B71-20EE-D758-DAC4-C8F93806A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DCD56-7EF8-7521-4429-70714DA7C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7C761-753B-AE40-ABA5-7F1025FC8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360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401D5-9E38-0CA8-490D-18811182F6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C0291-4F04-59C4-F233-BAF019DA9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A522-DB7E-29ED-CA70-8C3AEFE3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B0A76-F33E-AA46-B544-9E34A0080FD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69A19-2AF4-30BF-043D-5AE16922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147EC-AF31-644F-D74E-1A0F02531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7C761-753B-AE40-ABA5-7F1025FC8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11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DFD9B9-024F-26B6-940B-0FCC3FFE6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F1AF57-C6A6-4D8B-A471-3252692BF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CABF9-C35C-F0B7-5AF3-9BBACC99B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B0A76-F33E-AA46-B544-9E34A0080FD8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022BC-8BD6-8C5F-294C-969F59837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90154-D7ED-E545-F87B-A277F299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7C761-753B-AE40-ABA5-7F1025FC85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18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B5FA846-8A16-EBAE-266B-34E068E07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88" y="196850"/>
            <a:ext cx="3276600" cy="6464300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C3C1A55-38BF-98BA-79B2-0C708B219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288" y="1274075"/>
            <a:ext cx="8501732" cy="43098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1C75858-58AD-15C0-3B56-38B064563820}"/>
              </a:ext>
            </a:extLst>
          </p:cNvPr>
          <p:cNvSpPr/>
          <p:nvPr/>
        </p:nvSpPr>
        <p:spPr>
          <a:xfrm>
            <a:off x="793376" y="3697941"/>
            <a:ext cx="1385048" cy="3092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8FA3EA3-AFD8-8477-2433-5BEB4A3831ED}"/>
              </a:ext>
            </a:extLst>
          </p:cNvPr>
          <p:cNvCxnSpPr/>
          <p:nvPr/>
        </p:nvCxnSpPr>
        <p:spPr>
          <a:xfrm flipV="1">
            <a:off x="2302933" y="1806222"/>
            <a:ext cx="1659467" cy="22010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1329003-2994-3048-3268-3967C29CADB1}"/>
              </a:ext>
            </a:extLst>
          </p:cNvPr>
          <p:cNvSpPr/>
          <p:nvPr/>
        </p:nvSpPr>
        <p:spPr>
          <a:xfrm>
            <a:off x="6394550" y="2752081"/>
            <a:ext cx="1936650" cy="3297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28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Guangyuan</dc:creator>
  <cp:lastModifiedBy>Li, Guangyuan</cp:lastModifiedBy>
  <cp:revision>1</cp:revision>
  <dcterms:created xsi:type="dcterms:W3CDTF">2026-01-31T15:32:14Z</dcterms:created>
  <dcterms:modified xsi:type="dcterms:W3CDTF">2026-01-31T15:37:45Z</dcterms:modified>
</cp:coreProperties>
</file>